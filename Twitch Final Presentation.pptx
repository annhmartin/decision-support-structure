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nton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nto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cfc2ea6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cfc2ea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8cfc2ea6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8cfc2ea6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90160423a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90160423a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90160423a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90160423a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90160423a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90160423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0160423a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90160423a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8cfc2ea6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8cfc2ea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0160423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90160423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90160423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90160423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cfc2ea6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8cfc2ea6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0160423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90160423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hyperlink" Target="https://github.com/annhmartin/Decision-Support-Structure/blob/main/README.m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5942950" y="3795600"/>
            <a:ext cx="2841300" cy="10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Ismail Cem Bayramoglu​</a:t>
            </a:r>
            <a:endParaRPr sz="14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Annette Martin​</a:t>
            </a:r>
            <a:endParaRPr sz="14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Kunanon Chaojaroenrat​</a:t>
            </a:r>
            <a:endParaRPr sz="14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Semen Petrov​</a:t>
            </a:r>
            <a:endParaRPr sz="14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60" name="Google Shape;60;p14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Define Success​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7777200" cy="32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Absolute growth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ΔFollowers(since) = Followers(t) − Followers(t0)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Relative growth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Growth Rate(since) = (ΔFollowers(t) - Followers(t0)) / max(Followers(t0),1)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Audience size proxy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live_viewers_snapshot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Content performance proxy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vod_views_per_min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Consistency and activity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Videos_last_30d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days_active_30d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Avg_stream_duration_min</a:t>
            </a:r>
            <a:endParaRPr sz="14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std_stream_duration_min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67" name="Google Shape;67;p15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Stakeholders and Decisions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5718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Streamer:</a:t>
            </a:r>
            <a:r>
              <a:rPr lang="en" sz="1400">
                <a:solidFill>
                  <a:schemeClr val="lt1"/>
                </a:solidFill>
              </a:rPr>
              <a:t> chooses content/category and streaming schedule to maximize follower growth. Follower growth since first observation (ΔFollowers_since, GrowthRate_since).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Administrator: </a:t>
            </a:r>
            <a:r>
              <a:rPr lang="en" sz="1400">
                <a:solidFill>
                  <a:schemeClr val="lt1"/>
                </a:solidFill>
              </a:rPr>
              <a:t>analyzes past performance and game trends, then recommends which games/categories and schedule changes are most likely to increase viewers and growth. Follower growth (primary), plus support indicators (live_viewers_snapshot, vod_views_per_min, activity/consistency proxies).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21200" y="1152475"/>
            <a:ext cx="3571800" cy="32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Moderator: </a:t>
            </a:r>
            <a:r>
              <a:rPr lang="en" sz="1400">
                <a:solidFill>
                  <a:schemeClr val="lt1"/>
                </a:solidFill>
              </a:rPr>
              <a:t>m</a:t>
            </a:r>
            <a:r>
              <a:rPr lang="en" sz="1400">
                <a:solidFill>
                  <a:schemeClr val="lt1"/>
                </a:solidFill>
              </a:rPr>
              <a:t>oderation is discussed as a qualitative factor that may influence retention and growth, but it is not modeled as a measurable driver.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Sponsor:</a:t>
            </a:r>
            <a:r>
              <a:rPr lang="en" sz="1400">
                <a:solidFill>
                  <a:schemeClr val="lt1"/>
                </a:solidFill>
              </a:rPr>
              <a:t> selects streamers to support based on measurable growth and engagement proxies (vod_views_per_min, live_viewers_snapshot, consistency/activity proxies).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75" name="Google Shape;75;p16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Kaggle Data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7" name="Google Shape;77;p16" title="download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7275" y="174200"/>
            <a:ext cx="6002975" cy="479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82" name="Google Shape;82;p17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Kaggle Data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4" name="Google Shape;84;p1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376" y="224187"/>
            <a:ext cx="6286700" cy="4695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01750" y="2062225"/>
            <a:ext cx="2385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</a:t>
            </a:r>
            <a:r>
              <a:rPr lang="en">
                <a:solidFill>
                  <a:schemeClr val="lt1"/>
                </a:solidFill>
              </a:rPr>
              <a:t>egative association between total stream time and average viewers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Longer streaming is not automatically linked to higher viewership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90" name="Google Shape;90;p18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Twitch API Data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2" name="Google Shape;92;p18" title="Screenshot 2026-01-19 at 16.34.12.png"/>
          <p:cNvPicPr preferRelativeResize="0"/>
          <p:nvPr/>
        </p:nvPicPr>
        <p:blipFill rotWithShape="1">
          <a:blip r:embed="rId4">
            <a:alphaModFix/>
          </a:blip>
          <a:srcRect b="0" l="0" r="0" t="833"/>
          <a:stretch/>
        </p:blipFill>
        <p:spPr>
          <a:xfrm>
            <a:off x="0" y="1316750"/>
            <a:ext cx="9144003" cy="35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97" name="Google Shape;97;p19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9" name="Google Shape;99;p19" title="download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350" y="189888"/>
            <a:ext cx="7985295" cy="47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104" name="Google Shape;104;p20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Correlations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7842000" cy="32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Pearson Correlation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+1 = positive relationship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-1 = negative relationship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Linear Regression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β₁ = 500 for live_viewers_snapshot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positive coefficient = metric increases success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negative coefficient = metric decreases success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Standardization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standardized_value = (value - mean) / standard_deviation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R² Score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R² = 1.00 = Perfect prediction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111" name="Google Shape;111;p21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3" name="Google Shape;113;p21" title="download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237" y="205925"/>
            <a:ext cx="7931525" cy="47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118" name="Google Shape;118;p22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0" name="Google Shape;120;p22" title="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725" y="0"/>
            <a:ext cx="56345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125" name="Google Shape;125;p23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Colab &amp; Github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7" name="Google Shape;127;p23" title="Screenshot 2026-01-18 at 13.51.02.png"/>
          <p:cNvPicPr preferRelativeResize="0"/>
          <p:nvPr/>
        </p:nvPicPr>
        <p:blipFill rotWithShape="1">
          <a:blip r:embed="rId4">
            <a:alphaModFix/>
          </a:blip>
          <a:srcRect b="28795" l="0" r="0" t="0"/>
          <a:stretch/>
        </p:blipFill>
        <p:spPr>
          <a:xfrm>
            <a:off x="311700" y="1060675"/>
            <a:ext cx="2231300" cy="374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 title="Screenshot 2026-01-18 at 13.53.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7216" y="1060677"/>
            <a:ext cx="2929975" cy="37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687500" y="4300150"/>
            <a:ext cx="1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mple Twitch.tv Wallpaper - tinygiraffe7 | via Subreddit Wa… | Flickr" id="134" name="Google Shape;134;p24"/>
          <p:cNvPicPr preferRelativeResize="0"/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0" y="0"/>
            <a:ext cx="91440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