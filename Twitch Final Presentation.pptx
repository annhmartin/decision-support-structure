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2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</p:sldIdLst>
  <p:sldSz cy="5143500" cx="9144000"/>
  <p:notesSz cx="6858000" cy="9144000"/>
  <p:embeddedFontLst>
    <p:embeddedFont>
      <p:font typeface="Anton"/>
      <p:regular r:id="rId1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18" Type="http://schemas.openxmlformats.org/officeDocument/2006/relationships/font" Target="fonts/Anton-regular.fnt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b8cfc2ea65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b8cfc2ea65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b8cfc2ea65_0_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b8cfc2ea65_0_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b90160423a_2_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b90160423a_2_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3b90160423a_2_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3b90160423a_2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b90160423a_2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3b90160423a_2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b90160423a_2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b90160423a_2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b8cfc2ea65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b8cfc2ea65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b90160423a_2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3b90160423a_2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b90160423a_2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b90160423a_2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3b8cfc2ea65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" name="Google Shape;123;g3b8cfc2ea65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b90160423a_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3b90160423a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g"/><Relationship Id="rId4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jpg"/><Relationship Id="rId4" Type="http://schemas.openxmlformats.org/officeDocument/2006/relationships/image" Target="../media/image6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jp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jpg"/><Relationship Id="rId4" Type="http://schemas.openxmlformats.org/officeDocument/2006/relationships/image" Target="../media/image5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jp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jpg"/><Relationship Id="rId4" Type="http://schemas.openxmlformats.org/officeDocument/2006/relationships/image" Target="../media/image7.png"/><Relationship Id="rId5" Type="http://schemas.openxmlformats.org/officeDocument/2006/relationships/image" Target="../media/image9.png"/><Relationship Id="rId6" Type="http://schemas.openxmlformats.org/officeDocument/2006/relationships/hyperlink" Target="https://github.com/annhmartin/Decision-Support-Structure/blob/main/README.md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imple Twitch.tv Wallpaper - tinygiraffe7 | via Subreddit Wa… | Flickr" id="54" name="Google Shape;54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12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 txBox="1"/>
          <p:nvPr>
            <p:ph type="ctrTitle"/>
          </p:nvPr>
        </p:nvSpPr>
        <p:spPr>
          <a:xfrm>
            <a:off x="5942950" y="3795600"/>
            <a:ext cx="2841300" cy="1052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nton"/>
                <a:ea typeface="Anton"/>
                <a:cs typeface="Anton"/>
                <a:sym typeface="Anton"/>
              </a:rPr>
              <a:t>Annette Martin​</a:t>
            </a:r>
            <a:endParaRPr sz="1400">
              <a:solidFill>
                <a:schemeClr val="lt1"/>
              </a:solidFill>
              <a:latin typeface="Anton"/>
              <a:ea typeface="Anton"/>
              <a:cs typeface="Anton"/>
              <a:sym typeface="Anton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nton"/>
                <a:ea typeface="Anton"/>
                <a:cs typeface="Anton"/>
                <a:sym typeface="Anton"/>
              </a:rPr>
              <a:t>Ismail Cem Bayramoglu​</a:t>
            </a:r>
            <a:endParaRPr sz="1400">
              <a:solidFill>
                <a:schemeClr val="lt1"/>
              </a:solidFill>
              <a:latin typeface="Anton"/>
              <a:ea typeface="Anton"/>
              <a:cs typeface="Anton"/>
              <a:sym typeface="Anton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nton"/>
                <a:ea typeface="Anton"/>
                <a:cs typeface="Anton"/>
                <a:sym typeface="Anton"/>
              </a:rPr>
              <a:t>Kunanon Chaojaroenrat​</a:t>
            </a:r>
            <a:endParaRPr sz="1400">
              <a:solidFill>
                <a:schemeClr val="lt1"/>
              </a:solidFill>
              <a:latin typeface="Anton"/>
              <a:ea typeface="Anton"/>
              <a:cs typeface="Anton"/>
              <a:sym typeface="Anton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nton"/>
                <a:ea typeface="Anton"/>
                <a:cs typeface="Anton"/>
                <a:sym typeface="Anton"/>
              </a:rPr>
              <a:t>Semen Petrov​</a:t>
            </a:r>
            <a:endParaRPr sz="1400">
              <a:solidFill>
                <a:schemeClr val="lt1"/>
              </a:solidFill>
              <a:latin typeface="Anton"/>
              <a:ea typeface="Anton"/>
              <a:cs typeface="Anton"/>
              <a:sym typeface="Anto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imple Twitch.tv Wallpaper - tinygiraffe7 | via Subreddit Wa… | Flickr" id="60" name="Google Shape;60;p14"/>
          <p:cNvPicPr preferRelativeResize="0"/>
          <p:nvPr/>
        </p:nvPicPr>
        <p:blipFill>
          <a:blip r:embed="rId3">
            <a:alphaModFix amt="54000"/>
          </a:blip>
          <a:stretch>
            <a:fillRect/>
          </a:stretch>
        </p:blipFill>
        <p:spPr>
          <a:xfrm>
            <a:off x="0" y="0"/>
            <a:ext cx="9144012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Define Success​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62" name="Google Shape;62;p14"/>
          <p:cNvSpPr txBox="1"/>
          <p:nvPr>
            <p:ph idx="1" type="body"/>
          </p:nvPr>
        </p:nvSpPr>
        <p:spPr>
          <a:xfrm>
            <a:off x="311700" y="1152475"/>
            <a:ext cx="7777200" cy="325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</a:rPr>
              <a:t>Absolute growth</a:t>
            </a:r>
            <a:endParaRPr sz="1400">
              <a:solidFill>
                <a:schemeClr val="lt1"/>
              </a:solidFill>
            </a:endParaRPr>
          </a:p>
          <a:p>
            <a:pPr indent="45720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</a:rPr>
              <a:t>ΔFollowers(since) = Followers(t) − Followers(t0)</a:t>
            </a:r>
            <a:endParaRPr sz="14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</a:rPr>
              <a:t>Relative growth</a:t>
            </a:r>
            <a:endParaRPr sz="1400">
              <a:solidFill>
                <a:schemeClr val="lt1"/>
              </a:solidFill>
            </a:endParaRPr>
          </a:p>
          <a:p>
            <a:pPr indent="45720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</a:rPr>
              <a:t>Growth Rate(since) = (ΔFollowers(t) - Followers(t0)) / max(Followers(t0),1)</a:t>
            </a:r>
            <a:endParaRPr sz="1400">
              <a:solidFill>
                <a:schemeClr val="lt1"/>
              </a:solidFill>
            </a:endParaRPr>
          </a:p>
          <a:p>
            <a:pPr indent="45720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lt1"/>
                </a:solidFill>
              </a:rPr>
              <a:t>Audience size proxy</a:t>
            </a:r>
            <a:endParaRPr sz="1400">
              <a:solidFill>
                <a:schemeClr val="lt1"/>
              </a:solidFill>
            </a:endParaRPr>
          </a:p>
          <a:p>
            <a:pPr indent="45720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lt1"/>
                </a:solidFill>
              </a:rPr>
              <a:t>live_viewers_snapshot</a:t>
            </a:r>
            <a:endParaRPr sz="14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lt1"/>
                </a:solidFill>
              </a:rPr>
              <a:t>Content performance proxy</a:t>
            </a:r>
            <a:endParaRPr sz="1400">
              <a:solidFill>
                <a:schemeClr val="lt1"/>
              </a:solidFill>
            </a:endParaRPr>
          </a:p>
          <a:p>
            <a:pPr indent="45720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lt1"/>
                </a:solidFill>
              </a:rPr>
              <a:t>vod_views_per_min</a:t>
            </a:r>
            <a:endParaRPr sz="14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lt1"/>
                </a:solidFill>
              </a:rPr>
              <a:t>Consistency and activity</a:t>
            </a:r>
            <a:endParaRPr sz="1400">
              <a:solidFill>
                <a:schemeClr val="lt1"/>
              </a:solidFill>
            </a:endParaRPr>
          </a:p>
          <a:p>
            <a:pPr indent="45720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lt1"/>
                </a:solidFill>
              </a:rPr>
              <a:t>Videos_last_30d</a:t>
            </a:r>
            <a:endParaRPr sz="1400">
              <a:solidFill>
                <a:schemeClr val="lt1"/>
              </a:solidFill>
            </a:endParaRPr>
          </a:p>
          <a:p>
            <a:pPr indent="45720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lt1"/>
                </a:solidFill>
              </a:rPr>
              <a:t>days_active_30d</a:t>
            </a:r>
            <a:endParaRPr sz="1400">
              <a:solidFill>
                <a:schemeClr val="lt1"/>
              </a:solidFill>
            </a:endParaRPr>
          </a:p>
          <a:p>
            <a:pPr indent="45720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lt1"/>
                </a:solidFill>
              </a:rPr>
              <a:t>Avg_stream_duration_min</a:t>
            </a:r>
            <a:endParaRPr sz="1400">
              <a:solidFill>
                <a:schemeClr val="lt1"/>
              </a:solidFill>
            </a:endParaRPr>
          </a:p>
          <a:p>
            <a:pPr indent="45720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lt1"/>
                </a:solidFill>
              </a:rPr>
              <a:t>std_stream_duration_min</a:t>
            </a:r>
            <a:endParaRPr sz="14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imple Twitch.tv Wallpaper - tinygiraffe7 | via Subreddit Wa… | Flickr" id="67" name="Google Shape;67;p15"/>
          <p:cNvPicPr preferRelativeResize="0"/>
          <p:nvPr/>
        </p:nvPicPr>
        <p:blipFill>
          <a:blip r:embed="rId3">
            <a:alphaModFix amt="54000"/>
          </a:blip>
          <a:stretch>
            <a:fillRect/>
          </a:stretch>
        </p:blipFill>
        <p:spPr>
          <a:xfrm>
            <a:off x="0" y="0"/>
            <a:ext cx="9144012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Stakeholders and Decisions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69" name="Google Shape;69;p15"/>
          <p:cNvSpPr txBox="1"/>
          <p:nvPr>
            <p:ph idx="1" type="body"/>
          </p:nvPr>
        </p:nvSpPr>
        <p:spPr>
          <a:xfrm>
            <a:off x="311700" y="1152475"/>
            <a:ext cx="3571800" cy="349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</a:rPr>
              <a:t>Streamer:</a:t>
            </a:r>
            <a:r>
              <a:rPr lang="en" sz="1400">
                <a:solidFill>
                  <a:schemeClr val="lt1"/>
                </a:solidFill>
              </a:rPr>
              <a:t> chooses content/category and streaming schedule to maximize follower growth. Follower growth since first observation (ΔFollowers_since, GrowthRate_since).</a:t>
            </a:r>
            <a:endParaRPr sz="14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</a:rPr>
              <a:t>Administrator: </a:t>
            </a:r>
            <a:r>
              <a:rPr lang="en" sz="1400">
                <a:solidFill>
                  <a:schemeClr val="lt1"/>
                </a:solidFill>
              </a:rPr>
              <a:t>analyzes past performance and game trends, then recommends which games/categories and schedule changes are most likely to increase viewers and growth. Follower growth (primary), plus support indicators (live_viewers_snapshot, vod_views_per_min, activity/consistency proxies).</a:t>
            </a:r>
            <a:endParaRPr sz="1400">
              <a:solidFill>
                <a:schemeClr val="lt1"/>
              </a:solidFill>
            </a:endParaRPr>
          </a:p>
        </p:txBody>
      </p:sp>
      <p:sp>
        <p:nvSpPr>
          <p:cNvPr id="70" name="Google Shape;70;p15"/>
          <p:cNvSpPr txBox="1"/>
          <p:nvPr>
            <p:ph idx="1" type="body"/>
          </p:nvPr>
        </p:nvSpPr>
        <p:spPr>
          <a:xfrm>
            <a:off x="4521200" y="1152475"/>
            <a:ext cx="3571800" cy="325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</a:rPr>
              <a:t>Moderator: </a:t>
            </a:r>
            <a:r>
              <a:rPr lang="en" sz="1400">
                <a:solidFill>
                  <a:schemeClr val="lt1"/>
                </a:solidFill>
              </a:rPr>
              <a:t>m</a:t>
            </a:r>
            <a:r>
              <a:rPr lang="en" sz="1400">
                <a:solidFill>
                  <a:schemeClr val="lt1"/>
                </a:solidFill>
              </a:rPr>
              <a:t>oderation is discussed as a qualitative factor that may influence retention and growth, but it is not modeled as a measurable driver.</a:t>
            </a:r>
            <a:endParaRPr sz="14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</a:rPr>
              <a:t>Sponsor:</a:t>
            </a:r>
            <a:r>
              <a:rPr lang="en" sz="1400">
                <a:solidFill>
                  <a:schemeClr val="lt1"/>
                </a:solidFill>
              </a:rPr>
              <a:t> selects streamers to support based on measurable growth and engagement proxies (vod_views_per_min, live_viewers_snapshot, consistency/activity proxies).</a:t>
            </a:r>
            <a:endParaRPr sz="14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imple Twitch.tv Wallpaper - tinygiraffe7 | via Subreddit Wa… | Flickr" id="75" name="Google Shape;75;p16"/>
          <p:cNvPicPr preferRelativeResize="0"/>
          <p:nvPr/>
        </p:nvPicPr>
        <p:blipFill>
          <a:blip r:embed="rId3">
            <a:alphaModFix amt="54000"/>
          </a:blip>
          <a:stretch>
            <a:fillRect/>
          </a:stretch>
        </p:blipFill>
        <p:spPr>
          <a:xfrm>
            <a:off x="0" y="0"/>
            <a:ext cx="9144012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Kaggle Data</a:t>
            </a:r>
            <a:endParaRPr>
              <a:solidFill>
                <a:schemeClr val="lt1"/>
              </a:solidFill>
            </a:endParaRPr>
          </a:p>
        </p:txBody>
      </p:sp>
      <p:pic>
        <p:nvPicPr>
          <p:cNvPr id="77" name="Google Shape;77;p16" title="download (4)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997275" y="174200"/>
            <a:ext cx="6002975" cy="47951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imple Twitch.tv Wallpaper - tinygiraffe7 | via Subreddit Wa… | Flickr" id="82" name="Google Shape;82;p17"/>
          <p:cNvPicPr preferRelativeResize="0"/>
          <p:nvPr/>
        </p:nvPicPr>
        <p:blipFill>
          <a:blip r:embed="rId3">
            <a:alphaModFix amt="54000"/>
          </a:blip>
          <a:stretch>
            <a:fillRect/>
          </a:stretch>
        </p:blipFill>
        <p:spPr>
          <a:xfrm>
            <a:off x="0" y="0"/>
            <a:ext cx="9144012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Kaggle Data</a:t>
            </a:r>
            <a:endParaRPr>
              <a:solidFill>
                <a:schemeClr val="lt1"/>
              </a:solidFill>
            </a:endParaRPr>
          </a:p>
        </p:txBody>
      </p:sp>
      <p:pic>
        <p:nvPicPr>
          <p:cNvPr id="84" name="Google Shape;84;p17" title="download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590376" y="224187"/>
            <a:ext cx="6286700" cy="4695126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7"/>
          <p:cNvSpPr txBox="1"/>
          <p:nvPr/>
        </p:nvSpPr>
        <p:spPr>
          <a:xfrm>
            <a:off x="101750" y="2062225"/>
            <a:ext cx="2385900" cy="169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N</a:t>
            </a:r>
            <a:r>
              <a:rPr lang="en">
                <a:solidFill>
                  <a:schemeClr val="lt1"/>
                </a:solidFill>
              </a:rPr>
              <a:t>egative association between total stream time and average viewers </a:t>
            </a:r>
            <a:endParaRPr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Longer streaming is not automatically linked to higher viewership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imple Twitch.tv Wallpaper - tinygiraffe7 | via Subreddit Wa… | Flickr" id="90" name="Google Shape;90;p18"/>
          <p:cNvPicPr preferRelativeResize="0"/>
          <p:nvPr/>
        </p:nvPicPr>
        <p:blipFill>
          <a:blip r:embed="rId3">
            <a:alphaModFix amt="54000"/>
          </a:blip>
          <a:stretch>
            <a:fillRect/>
          </a:stretch>
        </p:blipFill>
        <p:spPr>
          <a:xfrm>
            <a:off x="0" y="0"/>
            <a:ext cx="9144012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Twitch API Data</a:t>
            </a:r>
            <a:endParaRPr>
              <a:solidFill>
                <a:schemeClr val="lt1"/>
              </a:solidFill>
            </a:endParaRPr>
          </a:p>
        </p:txBody>
      </p:sp>
      <p:pic>
        <p:nvPicPr>
          <p:cNvPr id="92" name="Google Shape;92;p18" title="Screenshot 2026-01-19 at 16.34.12.png"/>
          <p:cNvPicPr preferRelativeResize="0"/>
          <p:nvPr/>
        </p:nvPicPr>
        <p:blipFill rotWithShape="1">
          <a:blip r:embed="rId4">
            <a:alphaModFix/>
          </a:blip>
          <a:srcRect b="0" l="0" r="0" t="833"/>
          <a:stretch/>
        </p:blipFill>
        <p:spPr>
          <a:xfrm>
            <a:off x="0" y="1316750"/>
            <a:ext cx="9144003" cy="3595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imple Twitch.tv Wallpaper - tinygiraffe7 | via Subreddit Wa… | Flickr" id="97" name="Google Shape;97;p19"/>
          <p:cNvPicPr preferRelativeResize="0"/>
          <p:nvPr/>
        </p:nvPicPr>
        <p:blipFill>
          <a:blip r:embed="rId3">
            <a:alphaModFix amt="54000"/>
          </a:blip>
          <a:stretch>
            <a:fillRect/>
          </a:stretch>
        </p:blipFill>
        <p:spPr>
          <a:xfrm>
            <a:off x="0" y="0"/>
            <a:ext cx="9144012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</a:endParaRPr>
          </a:p>
        </p:txBody>
      </p:sp>
      <p:pic>
        <p:nvPicPr>
          <p:cNvPr id="99" name="Google Shape;99;p19" title="download (3)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79350" y="189888"/>
            <a:ext cx="7985295" cy="4763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imple Twitch.tv Wallpaper - tinygiraffe7 | via Subreddit Wa… | Flickr" id="104" name="Google Shape;104;p20"/>
          <p:cNvPicPr preferRelativeResize="0"/>
          <p:nvPr/>
        </p:nvPicPr>
        <p:blipFill>
          <a:blip r:embed="rId3">
            <a:alphaModFix amt="54000"/>
          </a:blip>
          <a:stretch>
            <a:fillRect/>
          </a:stretch>
        </p:blipFill>
        <p:spPr>
          <a:xfrm>
            <a:off x="0" y="0"/>
            <a:ext cx="9144012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2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Correlations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106" name="Google Shape;106;p20"/>
          <p:cNvSpPr txBox="1"/>
          <p:nvPr>
            <p:ph idx="1" type="body"/>
          </p:nvPr>
        </p:nvSpPr>
        <p:spPr>
          <a:xfrm>
            <a:off x="311700" y="1152475"/>
            <a:ext cx="7842000" cy="325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</a:rPr>
              <a:t>Pearson Correlation</a:t>
            </a:r>
            <a:endParaRPr sz="14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</a:rPr>
              <a:t>+1 = positive relationship</a:t>
            </a:r>
            <a:endParaRPr sz="14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</a:rPr>
              <a:t>-1 = negative relationship</a:t>
            </a:r>
            <a:endParaRPr sz="14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</a:rPr>
              <a:t>Linear Regression</a:t>
            </a:r>
            <a:endParaRPr sz="14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</a:rPr>
              <a:t>β₁ = 500 for live_viewers_snapshot</a:t>
            </a:r>
            <a:endParaRPr sz="14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</a:rPr>
              <a:t>positive coefficient = metric increases success</a:t>
            </a:r>
            <a:endParaRPr sz="14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</a:rPr>
              <a:t>negative coefficient = metric decreases success</a:t>
            </a:r>
            <a:endParaRPr sz="14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</a:rPr>
              <a:t>Standardization</a:t>
            </a:r>
            <a:endParaRPr sz="14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</a:rPr>
              <a:t>standardized_value = (value - mean) / standard_deviation</a:t>
            </a:r>
            <a:endParaRPr sz="14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</a:rPr>
              <a:t>R² Score</a:t>
            </a:r>
            <a:endParaRPr sz="14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</a:rPr>
              <a:t>R² = 1.00 = Perfect prediction</a:t>
            </a:r>
            <a:endParaRPr sz="14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imple Twitch.tv Wallpaper - tinygiraffe7 | via Subreddit Wa… | Flickr" id="111" name="Google Shape;111;p21"/>
          <p:cNvPicPr preferRelativeResize="0"/>
          <p:nvPr/>
        </p:nvPicPr>
        <p:blipFill>
          <a:blip r:embed="rId3">
            <a:alphaModFix amt="54000"/>
          </a:blip>
          <a:stretch>
            <a:fillRect/>
          </a:stretch>
        </p:blipFill>
        <p:spPr>
          <a:xfrm>
            <a:off x="0" y="0"/>
            <a:ext cx="9144012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</a:endParaRPr>
          </a:p>
        </p:txBody>
      </p:sp>
      <p:pic>
        <p:nvPicPr>
          <p:cNvPr id="113" name="Google Shape;113;p21" title="download (2)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06237" y="205925"/>
            <a:ext cx="7931525" cy="4731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imple Twitch.tv Wallpaper - tinygiraffe7 | via Subreddit Wa… | Flickr" id="118" name="Google Shape;118;p22"/>
          <p:cNvPicPr preferRelativeResize="0"/>
          <p:nvPr/>
        </p:nvPicPr>
        <p:blipFill>
          <a:blip r:embed="rId3">
            <a:alphaModFix amt="54000"/>
          </a:blip>
          <a:stretch>
            <a:fillRect/>
          </a:stretch>
        </p:blipFill>
        <p:spPr>
          <a:xfrm>
            <a:off x="0" y="0"/>
            <a:ext cx="9144012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</a:endParaRPr>
          </a:p>
        </p:txBody>
      </p:sp>
      <p:pic>
        <p:nvPicPr>
          <p:cNvPr id="120" name="Google Shape;120;p22" title="download (1)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754725" y="0"/>
            <a:ext cx="5634557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imple Twitch.tv Wallpaper - tinygiraffe7 | via Subreddit Wa… | Flickr" id="125" name="Google Shape;125;p23"/>
          <p:cNvPicPr preferRelativeResize="0"/>
          <p:nvPr/>
        </p:nvPicPr>
        <p:blipFill>
          <a:blip r:embed="rId3">
            <a:alphaModFix amt="54000"/>
          </a:blip>
          <a:stretch>
            <a:fillRect/>
          </a:stretch>
        </p:blipFill>
        <p:spPr>
          <a:xfrm>
            <a:off x="0" y="0"/>
            <a:ext cx="9144012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Colab &amp; Github</a:t>
            </a:r>
            <a:endParaRPr>
              <a:solidFill>
                <a:schemeClr val="lt1"/>
              </a:solidFill>
            </a:endParaRPr>
          </a:p>
        </p:txBody>
      </p:sp>
      <p:pic>
        <p:nvPicPr>
          <p:cNvPr id="127" name="Google Shape;127;p23" title="Screenshot 2026-01-18 at 13.51.02.png"/>
          <p:cNvPicPr preferRelativeResize="0"/>
          <p:nvPr/>
        </p:nvPicPr>
        <p:blipFill rotWithShape="1">
          <a:blip r:embed="rId4">
            <a:alphaModFix/>
          </a:blip>
          <a:srcRect b="28795" l="0" r="0" t="0"/>
          <a:stretch/>
        </p:blipFill>
        <p:spPr>
          <a:xfrm>
            <a:off x="311700" y="1060675"/>
            <a:ext cx="2231300" cy="37410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28" name="Google Shape;128;p23" title="Screenshot 2026-01-18 at 13.53.06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547216" y="1060677"/>
            <a:ext cx="2929975" cy="3797225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23"/>
          <p:cNvSpPr txBox="1"/>
          <p:nvPr/>
        </p:nvSpPr>
        <p:spPr>
          <a:xfrm>
            <a:off x="5687500" y="4300150"/>
            <a:ext cx="1185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lt1"/>
                </a:solidFill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Github</a:t>
            </a:r>
            <a:endParaRPr sz="18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imple Twitch.tv Wallpaper - tinygiraffe7 | via Subreddit Wa… | Flickr" id="134" name="Google Shape;134;p24"/>
          <p:cNvPicPr preferRelativeResize="0"/>
          <p:nvPr/>
        </p:nvPicPr>
        <p:blipFill>
          <a:blip r:embed="rId3">
            <a:alphaModFix amt="54000"/>
          </a:blip>
          <a:stretch>
            <a:fillRect/>
          </a:stretch>
        </p:blipFill>
        <p:spPr>
          <a:xfrm>
            <a:off x="0" y="0"/>
            <a:ext cx="9144012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